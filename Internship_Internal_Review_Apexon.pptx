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Internship Internal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Apexon | Computer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Apexon is a digital engineering services company.</a:t>
            </a:r>
          </a:p>
          <a:p>
            <a:r>
              <a:t>Works on modern technologies including cloud, AI, and full‑stack development.</a:t>
            </a:r>
          </a:p>
          <a:p>
            <a:r>
              <a:t>Focuses on innovation and scalable enterprise solutions.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at Company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 – Software Development</a:t>
            </a:r>
          </a:p>
          <a:p>
            <a:r>
              <a:t>Worked on learning modern technologies and core programming concepts</a:t>
            </a:r>
          </a:p>
          <a:p>
            <a:r>
              <a:t>Focused on strengthening development fundamentals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and Objectives of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Understand real-world software development practices</a:t>
            </a:r>
          </a:p>
          <a:p>
            <a:r>
              <a:t> Learn modern programming languages and tools</a:t>
            </a:r>
          </a:p>
          <a:p>
            <a:r>
              <a:t>Build strong problem-solving and technical skills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Skills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React, Node.js, and Cloud basics</a:t>
            </a:r>
          </a:p>
          <a:p>
            <a:r>
              <a:t>Python programming and OOP concepts</a:t>
            </a:r>
          </a:p>
          <a:p>
            <a:r>
              <a:t>Git, GitHub, and SDLC</a:t>
            </a:r>
          </a:p>
          <a:p>
            <a:r>
              <a:t>Algorithms (BFS, DFS)</a:t>
            </a:r>
          </a:p>
          <a:p>
            <a:r>
              <a:t>Introduction to AI and databases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1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During the first week of my internship at Apexon, I completed onboarding formalities and explored the company environment. I learned React, Node.js, and cloud basics while revising object-oriented programming. I also studied data structures such as lists, sets, maps, and arrays, and solved related programming problems.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2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second week, I focused on multithreading concepts and understood thread safety. I gained hands-on knowledge of Git and GitHub for version control. I also studied the Software Development Life Cycle (SDLC) and key software engineering principles used in real-world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During the third week, I started learning Python programming from basics to core concepts like classes and objects. I implemented BFS and DFS algorithms and was introduced to AI-related topics including frontier models and their applications.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4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the fourth week, I continued learning AI and model-related concepts and strengthened my Python skills. I worked with data processing concepts and was introduced to SQL, ACID properties, and database operations, enhancing my understanding of real-world data management.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Contribution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Contributed through learning-based tasks and technical exercises</a:t>
            </a:r>
          </a:p>
          <a:p>
            <a:r>
              <a:t>Improved problem-solving and programming skills</a:t>
            </a:r>
          </a:p>
          <a:p>
            <a:r>
              <a:t>Gained exposure to real development workflows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Internship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Great learning experience in a professional environment</a:t>
            </a:r>
          </a:p>
          <a:p>
            <a:r>
              <a:t>Improved technical knowledge and confidence</a:t>
            </a:r>
          </a:p>
          <a:p>
            <a:r>
              <a:t>Understood industry-level development practices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Internship helped bridge academic learning and industry practices</a:t>
            </a:r>
          </a:p>
          <a:p>
            <a:r>
              <a:t>Strengthened programming, tools, and software engineering knowledge</a:t>
            </a:r>
          </a:p>
          <a:p>
            <a:r>
              <a:t>Built a strong foundation for future career growth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Company learning resources and internal documentation</a:t>
            </a:r>
          </a:p>
          <a:p>
            <a:r>
              <a:t>Online documentation for Python, Git, and SQL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