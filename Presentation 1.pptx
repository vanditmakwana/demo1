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587B29-C941-43AD-3799-5E2D5419A14D}" v="302" dt="2026-01-30T06:35:36.760"/>
    <p1510:client id="{B92CE7D0-8C08-6619-9598-9CA77D899FD8}" v="13" dt="2026-01-30T09:50:20.7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8" name="Rectangle 77">
            <a:extLst>
              <a:ext uri="{FF2B5EF4-FFF2-40B4-BE49-F238E27FC236}">
                <a16:creationId xmlns:a16="http://schemas.microsoft.com/office/drawing/2014/main" id="{93245F62-CCC4-49E4-B95B-EA6C1E790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8882" y="3577456"/>
            <a:ext cx="10909640" cy="1687814"/>
          </a:xfrm>
        </p:spPr>
        <p:txBody>
          <a:bodyPr anchor="b">
            <a:normAutofit/>
          </a:bodyPr>
          <a:lstStyle/>
          <a:p>
            <a:r>
              <a:rPr lang="en-US" sz="6600" dirty="0">
                <a:ea typeface="+mj-lt"/>
                <a:cs typeface="+mj-lt"/>
              </a:rPr>
              <a:t>Internship Internal Review </a:t>
            </a:r>
            <a:endParaRPr lang="en-US" sz="66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8881" y="5660607"/>
            <a:ext cx="10909643" cy="55265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Apexon</a:t>
            </a:r>
            <a:r>
              <a:rPr lang="en-US" dirty="0"/>
              <a:t>, Computer engineering</a:t>
            </a:r>
          </a:p>
        </p:txBody>
      </p:sp>
      <p:pic>
        <p:nvPicPr>
          <p:cNvPr id="5" name="Picture 4" descr="A logo with a circle and a letter">
            <a:extLst>
              <a:ext uri="{FF2B5EF4-FFF2-40B4-BE49-F238E27FC236}">
                <a16:creationId xmlns:a16="http://schemas.microsoft.com/office/drawing/2014/main" id="{6032C1D8-797C-FDAD-4AF7-42DBB88A3F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303" b="10568"/>
          <a:stretch>
            <a:fillRect/>
          </a:stretch>
        </p:blipFill>
        <p:spPr>
          <a:xfrm>
            <a:off x="3490393" y="577293"/>
            <a:ext cx="5206618" cy="2850255"/>
          </a:xfrm>
          <a:prstGeom prst="rect">
            <a:avLst/>
          </a:prstGeom>
        </p:spPr>
      </p:pic>
      <p:sp>
        <p:nvSpPr>
          <p:cNvPr id="79" name="sketch line">
            <a:extLst>
              <a:ext uri="{FF2B5EF4-FFF2-40B4-BE49-F238E27FC236}">
                <a16:creationId xmlns:a16="http://schemas.microsoft.com/office/drawing/2014/main" id="{E6C0DD6B-6AA3-448F-9B99-8386295BC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5509052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84EED-BEDA-C679-1E37-C2F57A996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Company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67E63-2BBC-D51E-0AC4-793FCD73A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err="1">
                <a:ea typeface="+mn-lt"/>
                <a:cs typeface="+mn-lt"/>
              </a:rPr>
              <a:t>Apexon</a:t>
            </a:r>
            <a:r>
              <a:rPr lang="en-US" dirty="0">
                <a:ea typeface="+mn-lt"/>
                <a:cs typeface="+mn-lt"/>
              </a:rPr>
              <a:t> is a digital engineering services company.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Works on modern technologies including cloud, AI, and full-stack development. </a:t>
            </a:r>
          </a:p>
          <a:p>
            <a:r>
              <a:rPr lang="en-US" dirty="0">
                <a:ea typeface="+mn-lt"/>
                <a:cs typeface="+mn-lt"/>
              </a:rPr>
              <a:t>Focuses on innovation and scalable enterprise solutions.</a:t>
            </a:r>
          </a:p>
          <a:p>
            <a:r>
              <a:rPr lang="en-US" err="1">
                <a:ea typeface="+mn-lt"/>
                <a:cs typeface="+mn-lt"/>
              </a:rPr>
              <a:t>Apexon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 is a digital-first technology services firm with over 29 years of experience, specializing in </a:t>
            </a:r>
            <a:r>
              <a:rPr lang="en-US" dirty="0">
                <a:ea typeface="+mn-lt"/>
                <a:cs typeface="+mn-lt"/>
              </a:rPr>
              <a:t>digital engineering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, </a:t>
            </a:r>
            <a:r>
              <a:rPr lang="en-US" dirty="0">
                <a:ea typeface="+mn-lt"/>
                <a:cs typeface="+mn-lt"/>
              </a:rPr>
              <a:t>data services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, and </a:t>
            </a:r>
            <a:r>
              <a:rPr lang="en-US" dirty="0">
                <a:ea typeface="+mn-lt"/>
                <a:cs typeface="+mn-lt"/>
              </a:rPr>
              <a:t>customer experience (CX)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. </a:t>
            </a:r>
          </a:p>
          <a:p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Backed by Goldman Sachs Asset Management and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Everstone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Capital, the company supports over 5,500 engineers across global offices, focusing on BFSI, healthcare, and life sciences industries. </a:t>
            </a:r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909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A3DA1-26A3-246F-49DF-186A58154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at Company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D70E-062F-02DD-3758-96D9B0E67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Digital engineering - Intern</a:t>
            </a:r>
          </a:p>
          <a:p>
            <a:r>
              <a:rPr lang="en-US" dirty="0">
                <a:ea typeface="+mn-lt"/>
                <a:cs typeface="+mn-lt"/>
              </a:rPr>
              <a:t>Worked on learning modern technologies and core programming concepts </a:t>
            </a:r>
          </a:p>
          <a:p>
            <a:r>
              <a:rPr lang="en-US" dirty="0">
                <a:ea typeface="+mn-lt"/>
                <a:cs typeface="+mn-lt"/>
              </a:rPr>
              <a:t>Focused on strengthening development fundamentals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977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0C221-12F9-DEE9-47E2-2E6D2CCD3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Goals and Objectives of Internship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0C25A-1236-CA3B-BAC4-CC51F1FA3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Understand real-world software development practices </a:t>
            </a:r>
          </a:p>
          <a:p>
            <a:r>
              <a:rPr lang="en-US" dirty="0">
                <a:ea typeface="+mn-lt"/>
                <a:cs typeface="+mn-lt"/>
              </a:rPr>
              <a:t>Learn modern programming languages and tools </a:t>
            </a:r>
          </a:p>
          <a:p>
            <a:r>
              <a:rPr lang="en-US" dirty="0">
                <a:ea typeface="+mn-lt"/>
                <a:cs typeface="+mn-lt"/>
              </a:rPr>
              <a:t>Build strong problem-solving and technical skills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802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046C6-1614-F7BD-FFB7-B1F2E40EF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Technical Skills Learned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682EA-F42E-2456-CA81-1B50A2689A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React, Node.js, and Cloud basics </a:t>
            </a:r>
          </a:p>
          <a:p>
            <a:r>
              <a:rPr lang="en-US" dirty="0">
                <a:ea typeface="+mn-lt"/>
                <a:cs typeface="+mn-lt"/>
              </a:rPr>
              <a:t>Python programming and OOP concepts </a:t>
            </a:r>
          </a:p>
          <a:p>
            <a:r>
              <a:rPr lang="en-US" dirty="0">
                <a:ea typeface="+mn-lt"/>
                <a:cs typeface="+mn-lt"/>
              </a:rPr>
              <a:t>Git, GitHub, and SDLC 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Algorithms (BFS, DFS) </a:t>
            </a:r>
          </a:p>
          <a:p>
            <a:r>
              <a:rPr lang="en-US" dirty="0">
                <a:ea typeface="+mn-lt"/>
                <a:cs typeface="+mn-lt"/>
              </a:rPr>
              <a:t>Introduction to AI and databases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959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49E8C-B12A-850E-73C1-EA4CD09DC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A8820-872B-A72E-CC19-ADA153D619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During the first week of my internship at </a:t>
            </a:r>
            <a:r>
              <a:rPr lang="en-US" dirty="0" err="1">
                <a:ea typeface="+mn-lt"/>
                <a:cs typeface="+mn-lt"/>
              </a:rPr>
              <a:t>Apexon</a:t>
            </a:r>
            <a:r>
              <a:rPr lang="en-US" dirty="0">
                <a:ea typeface="+mn-lt"/>
                <a:cs typeface="+mn-lt"/>
              </a:rPr>
              <a:t>, I completed onboarding formalities and explored the company environment. </a:t>
            </a:r>
          </a:p>
          <a:p>
            <a:r>
              <a:rPr lang="en-US" dirty="0">
                <a:ea typeface="+mn-lt"/>
                <a:cs typeface="+mn-lt"/>
              </a:rPr>
              <a:t>I learned React, Node.js, and cloud basics while revising object-oriented programming. 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I also studied data structures such as lists, sets, maps, and arrays, and solved related programming problems.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384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437A8-F5DD-282F-5CCE-2B1C9DAC6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2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B6ED4-01F6-ED57-8ACA-C95289028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In the second week, I focused on multithreading concepts and understood thread safety. </a:t>
            </a:r>
          </a:p>
          <a:p>
            <a:r>
              <a:rPr lang="en-US" dirty="0">
                <a:ea typeface="+mn-lt"/>
                <a:cs typeface="+mn-lt"/>
              </a:rPr>
              <a:t>I gained hands-on knowledge of Git and GitHub for version control. I also studied the Software Development Life Cycle (SDLC) and key software engineering principles used in real-world projects.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257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30A40-F7AE-FD88-F709-9ACA72905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3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7BFD6-D808-04A1-71D2-0D7DC3EB1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During the third week, I started learning Python programming from </a:t>
            </a:r>
            <a:r>
              <a:rPr lang="en-US">
                <a:ea typeface="+mn-lt"/>
                <a:cs typeface="+mn-lt"/>
              </a:rPr>
              <a:t>basics to core concepts like classes and objects.</a:t>
            </a: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I was introduced to AI-related topics including frontier models and their applications. </a:t>
            </a:r>
          </a:p>
          <a:p>
            <a:r>
              <a:rPr lang="en-US" dirty="0">
                <a:ea typeface="+mn-lt"/>
                <a:cs typeface="+mn-lt"/>
              </a:rPr>
              <a:t>I also learned and implemented important graph traversal algorithms such as Breadth-First Search (BFS) and Depth-First Search (DFS).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163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3DA28-8862-0BEC-DC63-7795EC4AD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4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F1904-573A-347E-70AA-50048FEC4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In the fourth week, I continued learning AI and model-related concepts and strengthened my Python skills.</a:t>
            </a:r>
          </a:p>
          <a:p>
            <a:r>
              <a:rPr lang="en-US" dirty="0">
                <a:ea typeface="+mn-lt"/>
                <a:cs typeface="+mn-lt"/>
              </a:rPr>
              <a:t>I began learning advanced Python programming concepts to strengthen my coding proficiency. I also worked with numerical and data-processing libraries, which helped me understand number crunching and data handling more effectively.</a:t>
            </a:r>
          </a:p>
          <a:p>
            <a:r>
              <a:rPr lang="en-US" dirty="0">
                <a:ea typeface="+mn-lt"/>
                <a:cs typeface="+mn-lt"/>
              </a:rPr>
              <a:t>I worked with data processing concepts and was introduced to SQL, ACID properties, and database operations, enhancing my understanding of real-world data management.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97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4640F-1B95-809D-C5B1-FE380C241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Internship Experience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30EBA-262A-5C9F-1874-A1405F183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Great learning experience in a professional environment </a:t>
            </a:r>
          </a:p>
          <a:p>
            <a:r>
              <a:rPr lang="en-US" dirty="0">
                <a:ea typeface="+mn-lt"/>
                <a:cs typeface="+mn-lt"/>
              </a:rPr>
              <a:t>Improved technical knowledge and confidence </a:t>
            </a:r>
          </a:p>
          <a:p>
            <a:r>
              <a:rPr lang="en-US" dirty="0">
                <a:ea typeface="+mn-lt"/>
                <a:cs typeface="+mn-lt"/>
              </a:rPr>
              <a:t>Understood industry-level development practices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511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BC7E0-48E2-8FD3-AF28-74E8F6852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36DE3-4385-DE32-7CED-1176047A3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Internship helped bridge academic learning and industry practices 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Strengthened programming, tools, and software engineering knowledge </a:t>
            </a:r>
          </a:p>
          <a:p>
            <a:r>
              <a:rPr lang="en-US" dirty="0">
                <a:ea typeface="+mn-lt"/>
                <a:cs typeface="+mn-lt"/>
              </a:rPr>
              <a:t>Built a strong foundation for future career growth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483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CB0BC-B494-7782-E090-6155E4C83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144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085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Internship Internal Review </vt:lpstr>
      <vt:lpstr>Company Overview</vt:lpstr>
      <vt:lpstr>Role at Company</vt:lpstr>
      <vt:lpstr>Goals and Objectives of Internship </vt:lpstr>
      <vt:lpstr>Technical Skills Learned </vt:lpstr>
      <vt:lpstr>Week 1 Task</vt:lpstr>
      <vt:lpstr>Week 2 Task</vt:lpstr>
      <vt:lpstr>Week 3 Task</vt:lpstr>
      <vt:lpstr>Week 4 Task</vt:lpstr>
      <vt:lpstr>Internship Experience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153</cp:revision>
  <dcterms:created xsi:type="dcterms:W3CDTF">2026-01-30T05:03:12Z</dcterms:created>
  <dcterms:modified xsi:type="dcterms:W3CDTF">2026-01-30T09:50:52Z</dcterms:modified>
</cp:coreProperties>
</file>